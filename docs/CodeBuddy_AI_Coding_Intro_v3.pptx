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buddy_ppt_cover_v2_20260521_082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buddy_ppt_page_2_features_20260521_0822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buddy_ppt_page_3_structure_v2_20260521_0829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buddy_ppt_page_4_mcp_skill_20260521_082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buddy_ppt_page_5_plan_20260521_082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buddy_ppt_page_6_sdd_20260521_082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buddy_ppt_page_7_tdd_20260521_082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debuddy_ppt_page_8_summary_20260521_0823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